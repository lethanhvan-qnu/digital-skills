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6661-B0ED-E0D7-B065-85A350C87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B4CB1E-C0D2-0590-8D98-91243AE40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D126D-7A47-1460-4BA4-646FAE13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02BA-8FF5-435E-8DBE-3C409B61258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C0E4D-F616-248A-A28D-9C5AB4068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E745A-2AC8-12F5-EB3C-92C242729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766-66C5-47A3-8974-4805AD240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5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E73FA-E5D6-35E0-996E-46E0F0AC4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DD795-21B8-1711-5AEB-02B16C746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C51F7-E61B-0FF2-8C6E-AE22A82DE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02BA-8FF5-435E-8DBE-3C409B61258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1510F-41E9-4738-C614-E94A0111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71C3A-CF1F-80C7-F1F7-36B527F77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766-66C5-47A3-8974-4805AD240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71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483D8-E4B9-AE2B-2F11-33793323A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3AC4E-A66A-946D-9FE1-BE7F4DB23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564D1-7AF1-0CB5-AA41-853400035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02BA-8FF5-435E-8DBE-3C409B61258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421DD-2A22-9A09-5617-4C63AB88C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E31CA-428B-675A-2A46-75DA9F71C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766-66C5-47A3-8974-4805AD240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949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562DB-8029-0A08-B1B1-F562BC622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F8F63-96EF-FD35-7B22-9490C6CBC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64CED-1A7F-D702-4C37-2450B5B5F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14295-9EC9-829A-550A-ABF0AF0E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02BA-8FF5-435E-8DBE-3C409B61258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EA3CD-7D28-8B34-B2EF-7A6AFC96F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2A7E2F-9A2F-0B24-5A18-714B947A3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766-66C5-47A3-8974-4805AD240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0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E637C-A291-DD2F-F765-CFFB97AC7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2BB3C-D77C-2E51-C9A2-B79A29035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25885-5728-1025-981E-97D60141E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2BA0B2-C55B-939B-3365-B56FF1492A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B1FA33-317D-1C65-2638-D44EC5E35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4548FA-E609-6E11-F6A0-0F7F73FE1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02BA-8FF5-435E-8DBE-3C409B61258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6601F7-89C1-4D74-383E-838DD8170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F1ACCF-2DF6-F228-B0E8-089C3D51D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766-66C5-47A3-8974-4805AD240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98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53A0-F1F7-ECF0-E1F1-EEA3D5EDA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D5A52-F995-9421-96B9-6A2351032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02BA-8FF5-435E-8DBE-3C409B61258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2DBC5-1BAB-3BE2-06C9-6B8A95357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D111D2-8A2B-C210-5E49-E2537C704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766-66C5-47A3-8974-4805AD240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627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A1D5E-6FE6-D40C-0866-BFF6782E0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02BA-8FF5-435E-8DBE-3C409B61258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4F8C89-5A52-28EC-4704-32219EC4E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BCA53-182D-F46D-3769-F5898DE13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766-66C5-47A3-8974-4805AD240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91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16845-1FB4-0B35-E87B-7ED3DD9FD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0916F-4733-89F3-5498-A5D285A8D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55158-0F16-E726-87EA-C3BD6B072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781FD-01B2-C9D9-E2DB-AE276F6B4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02BA-8FF5-435E-8DBE-3C409B61258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8D9C-8AE8-7131-B3E0-B7DF4CF4A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EFD18-E2FA-125E-D6AE-814D51E1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766-66C5-47A3-8974-4805AD240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45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287A6-B8A2-A010-2CE7-27DC3541C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B478C9-69D0-0598-34D5-DB1EF763C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5EBCD-EE42-CBD4-A1BD-501028AAA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A82C7-8B4E-09D1-1283-594939A5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02BA-8FF5-435E-8DBE-3C409B61258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7B0EE-BCDF-99FF-9B05-72721705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CEAA7-0720-D971-E768-89705B78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766-66C5-47A3-8974-4805AD240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56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B9F5A-B20E-02AA-9884-73751A31B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80831-1E64-8E2A-F2D6-383CEEAF1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0679C-08CD-EB19-B04B-BF991909B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02BA-8FF5-435E-8DBE-3C409B61258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3684D-0C77-FACB-A848-C0514BB65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D417E-FBBA-884D-8D6C-0177AB15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766-66C5-47A3-8974-4805AD240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157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5AEE66-52D6-B5A7-9C41-6434FF9A0A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7D12-B330-76C1-393E-6510C8B94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C9687-E63B-D632-E0EE-7313C71BD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02BA-8FF5-435E-8DBE-3C409B61258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5C293-F69E-AFD9-6489-7DD290023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177AC-7E29-01C3-A2D4-C8ED4CBB8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766-66C5-47A3-8974-4805AD240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215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7DEB9C-4308-EB1D-F3AF-4E22BD9E1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B069A-2C4A-A352-7E77-5E6811C36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D0354-B8F3-2177-D6D0-B5745C4834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102BA-8FF5-435E-8DBE-3C409B61258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EE854-BB34-15F4-BA0D-2C4893325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64175-0D46-9151-F54A-6A98CD83A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66A766-66C5-47A3-8974-4805AD240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64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305D9-A997-448D-2E1F-20CA1A2127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KyNangSo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0F83F6-30FF-EDA8-6DBD-64E933EF27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791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KyNangSo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lethanhvanbtx@gmail.com</dc:creator>
  <cp:lastModifiedBy>lethanhvanbtx@gmail.com</cp:lastModifiedBy>
  <cp:revision>1</cp:revision>
  <dcterms:created xsi:type="dcterms:W3CDTF">2026-10-09T14:17:17Z</dcterms:created>
  <dcterms:modified xsi:type="dcterms:W3CDTF">2026-10-09T14:17:50Z</dcterms:modified>
</cp:coreProperties>
</file>